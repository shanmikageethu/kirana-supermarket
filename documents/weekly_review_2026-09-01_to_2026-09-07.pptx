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Week (week starting)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Revenue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07-28</c:v>
                </c:pt>
                <c:pt idx="1">
                  <c:v>08-04</c:v>
                </c:pt>
                <c:pt idx="2">
                  <c:v>08-11</c:v>
                </c:pt>
                <c:pt idx="3">
                  <c:v>08-18</c:v>
                </c:pt>
                <c:pt idx="4">
                  <c:v>08-25</c:v>
                </c:pt>
                <c:pt idx="5">
                  <c:v>09-01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115.36</c:v>
                </c:pt>
              </c:numCache>
            </c:numRef>
          </c:val>
          <c:smooth val="0"/>
        </c:ser>
        <c:dLbls>
          <c:numFmt formatCode="₹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</a:rPr>
              <a:t>Kirana Store — Weekly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F8C8D"/>
                </a:solidFill>
              </a:rPr>
              <a:t>2026-09-01 to 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Revenue Trend — Last 6 Weeks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332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This Week vs.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</a:rPr>
              <a:t>₹115.36</a:t>
            </a:r>
          </a:p>
          <a:p>
            <a:r>
              <a:rPr sz="1400">
                <a:solidFill>
                  <a:srgbClr val="7F8C8D"/>
                </a:solidFill>
              </a:rPr>
              <a:t>Total Sales</a:t>
            </a:r>
          </a:p>
          <a:p>
            <a:r>
              <a:rPr sz="1400" b="1">
                <a:solidFill>
                  <a:srgbClr val="7F8C8D"/>
                </a:solidFill>
              </a:rPr>
              <a:t>(no prior week to compare)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</a:rPr>
              <a:t>2</a:t>
            </a:r>
          </a:p>
          <a:p>
            <a:r>
              <a:rPr sz="1400">
                <a:solidFill>
                  <a:srgbClr val="7F8C8D"/>
                </a:solidFill>
              </a:rPr>
              <a:t>Bills</a:t>
            </a:r>
          </a:p>
          <a:p>
            <a:r>
              <a:rPr sz="1400" b="1">
                <a:solidFill>
                  <a:srgbClr val="7F8C8D"/>
                </a:solidFill>
              </a:rPr>
              <a:t>(no prior week to compare)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</a:rPr>
              <a:t>₹57.68</a:t>
            </a:r>
          </a:p>
          <a:p>
            <a:r>
              <a:rPr sz="1400">
                <a:solidFill>
                  <a:srgbClr val="7F8C8D"/>
                </a:solidFill>
              </a:rPr>
              <a:t>Avg. Bill Value</a:t>
            </a:r>
          </a:p>
          <a:p>
            <a:r>
              <a:rPr sz="1400" b="1">
                <a:solidFill>
                  <a:srgbClr val="7F8C8D"/>
                </a:solidFill>
              </a:rPr>
              <a:t>(no prior week to compare)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3E50"/>
                </a:solidFill>
              </a:rPr>
              <a:t>₹7.36</a:t>
            </a:r>
          </a:p>
          <a:p>
            <a:r>
              <a:rPr sz="1400">
                <a:solidFill>
                  <a:srgbClr val="7F8C8D"/>
                </a:solidFill>
              </a:rPr>
              <a:t>Tax Collected</a:t>
            </a:r>
          </a:p>
          <a:p>
            <a:r>
              <a:rPr sz="1400" b="1">
                <a:solidFill>
                  <a:srgbClr val="7F8C8D"/>
                </a:solidFill>
              </a:rPr>
              <a:t>(no prior week to compare)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Product Movers vs.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7AE60"/>
                </a:solidFill>
              </a:rPr>
              <a:t>📈 Trending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F8C8D"/>
                </a:solidFill>
              </a:rPr>
              <a:t>No clear risers this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C0392B"/>
                </a:solidFill>
              </a:rPr>
              <a:t>📉 Trending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103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F8C8D"/>
                </a:solidFill>
              </a:rPr>
              <a:t>No clear decliners this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Reorder Priorities for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7F8C8D"/>
                </a:solidFill>
              </a:rPr>
              <a:t>• Nothing projected to run out soon — no reorders needed this week.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Khata Follow-ups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C3E50"/>
                </a:solidFill>
              </a:rPr>
              <a:t>• suresh: ₹1000.00 outstanding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Action Items for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C3E50"/>
                </a:solidFill>
              </a:rPr>
              <a:t>• Follow up with suresh on ₹1000.00 outstanding khata.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