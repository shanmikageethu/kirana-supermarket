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Daily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09-07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78.68</c:v>
                </c:pt>
              </c:numCache>
            </c:numRef>
          </c:val>
        </c:ser>
        <c:dLbls>
          <c:numFmt formatCode="₹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Products by Revenue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kitkat</c:v>
                </c:pt>
                <c:pt idx="1">
                  <c:v>Maggi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63.0</c:v>
                </c:pt>
                <c:pt idx="1">
                  <c:v>15.68</c:v>
                </c:pt>
              </c:numCache>
            </c:numRef>
          </c:val>
        </c:ser>
        <c:dLbls>
          <c:numFmt formatCode="₹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C3E50"/>
                </a:solidFill>
              </a:rPr>
              <a:t>Kirana Store —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F8C8D"/>
                </a:solidFill>
              </a:rPr>
              <a:t>2026-09-07 to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₹78.68</a:t>
            </a:r>
          </a:p>
          <a:p>
            <a:r>
              <a:rPr sz="1400">
                <a:solidFill>
                  <a:srgbClr val="7F8C8D"/>
                </a:solidFill>
              </a:rPr>
              <a:t>Total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1</a:t>
            </a:r>
          </a:p>
          <a:p>
            <a:r>
              <a:rPr sz="1400">
                <a:solidFill>
                  <a:srgbClr val="7F8C8D"/>
                </a:solidFill>
              </a:rPr>
              <a:t>Bills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₹78.68</a:t>
            </a:r>
          </a:p>
          <a:p>
            <a:r>
              <a:rPr sz="1400">
                <a:solidFill>
                  <a:srgbClr val="7F8C8D"/>
                </a:solidFill>
              </a:rPr>
              <a:t>Avg. Bill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828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</a:rPr>
              <a:t>₹4.68</a:t>
            </a:r>
          </a:p>
          <a:p>
            <a:r>
              <a:rPr sz="1400">
                <a:solidFill>
                  <a:srgbClr val="7F8C8D"/>
                </a:solidFill>
              </a:rPr>
              <a:t>Tax Collected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C3E50"/>
                </a:solidFill>
              </a:rPr>
              <a:t>Payment methods: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UPI: ₹78.68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Low Stock — Reorder 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C3E50"/>
                </a:solidFill>
              </a:rPr>
              <a:t>• kitkat: 3 piece left (reorder at 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Daily 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Top Products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</a:rP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kitkat was the top earner by revenue, contributing ₹63.00 (80.1% of total sales).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kitkat was also the most profitable line, with ₹30.00 margin.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Best day was 2026-09-07, with ₹78.68 in sales.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Tax collected was ₹4.68, 6.0% of total sales.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Average bill value was ₹78.68 across 1 bills.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C3E50"/>
                </a:solidFill>
              </a:rPr>
              <a:t>• 1 product(s) are at or below their reorder level — see the Low Stock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